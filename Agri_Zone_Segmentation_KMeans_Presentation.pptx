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53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4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42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0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02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4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0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4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5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639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822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66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78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1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936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11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3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 Zone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 using Temperature &amp; Rainfall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agricultural zones using unsupervised learning for better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(°C)</a:t>
            </a:r>
          </a:p>
          <a:p>
            <a:r>
              <a:t>Rainfall (mm)</a:t>
            </a:r>
          </a:p>
          <a:p>
            <a:r>
              <a:t>No target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</a:t>
            </a:r>
          </a:p>
          <a:p>
            <a:r>
              <a:t>k = 4</a:t>
            </a:r>
          </a:p>
          <a:p>
            <a:r>
              <a:t>Silhouette Score ≈ 0.42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0 – Cool &amp; Low Rainfall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Cooler climate</a:t>
            </a:r>
          </a:p>
          <a:p>
            <a:r>
              <a:t>Low rainfall</a:t>
            </a:r>
          </a:p>
          <a:p>
            <a:r>
              <a:t>Water stress risk</a:t>
            </a:r>
          </a:p>
          <a:p>
            <a:r>
              <a:t>Irrigation planning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1 – Cool &amp; High Rainfall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 temperature</a:t>
            </a:r>
          </a:p>
          <a:p>
            <a:r>
              <a:t>High rainfall</a:t>
            </a:r>
          </a:p>
          <a:p>
            <a:r>
              <a:t>High crop potential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2 – Hot &amp; Low Rainfall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temperature</a:t>
            </a:r>
          </a:p>
          <a:p>
            <a:r>
              <a:t>Low rainfall</a:t>
            </a:r>
          </a:p>
          <a:p>
            <a:r>
              <a:t>Stress-prone zones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– Hot &amp; High Rainfall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temperature</a:t>
            </a:r>
          </a:p>
          <a:p>
            <a:r>
              <a:t>High rainfall</a:t>
            </a:r>
          </a:p>
          <a:p>
            <a:r>
              <a:t>Pest &amp; disease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farming</a:t>
            </a:r>
          </a:p>
          <a:p>
            <a:r>
              <a:t>Targeted irrigation</a:t>
            </a:r>
          </a:p>
          <a:p>
            <a:r>
              <a:t>Better yield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ML enables</a:t>
            </a:r>
          </a:p>
          <a:p>
            <a:r>
              <a:t>climate-based agri zoning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120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Agri Zone Segmentation</vt:lpstr>
      <vt:lpstr>Objective</vt:lpstr>
      <vt:lpstr>Features Used</vt:lpstr>
      <vt:lpstr>Model &amp; Validation</vt:lpstr>
      <vt:lpstr>Cluster 0 – Cool &amp; Low Rainfall</vt:lpstr>
      <vt:lpstr>Cluster 1 – Cool &amp; High Rainfall</vt:lpstr>
      <vt:lpstr>Cluster 2 – Hot &amp; Low Rainfall</vt:lpstr>
      <vt:lpstr>Cluster 3 – Hot &amp; High Rainfall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Shaikh Anas Malik</cp:lastModifiedBy>
  <cp:revision>2</cp:revision>
  <dcterms:created xsi:type="dcterms:W3CDTF">2013-01-27T09:14:16Z</dcterms:created>
  <dcterms:modified xsi:type="dcterms:W3CDTF">2026-02-01T12:00:46Z</dcterms:modified>
  <cp:category/>
</cp:coreProperties>
</file>